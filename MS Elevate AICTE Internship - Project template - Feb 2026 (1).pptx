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>
      <p:cViewPr varScale="1">
        <p:scale>
          <a:sx n="71" d="100"/>
          <a:sy n="71" d="100"/>
        </p:scale>
        <p:origin x="672" y="78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/walmart-recruiting-store-sales-forecasting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391886" y="1343054"/>
            <a:ext cx="5157997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3500" b="1" dirty="0"/>
              <a:t>Walmart Sales Performance Analysis using Power BI</a:t>
            </a:r>
            <a:endParaRPr lang="en-US" sz="35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9889"/>
            <a:ext cx="4596438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Tallam bavana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Manipal university Jaipur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MBA (Data science and data analytics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bavanaprasad19@gmail.com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3D8179-07F8-A675-151D-7363E77340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879545"/>
            <a:ext cx="4590784" cy="49364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 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30" y="982429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Problem Statement: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30" y="2012157"/>
            <a:ext cx="10515600" cy="4251960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Retail companies like Walmart generate large volumes of sales data daily across multiple branches, product lines, and customer segments.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without proper data analytics tools, it becomes difficult for management to monitor sales performance, identify profitable products, and understand customer purchasing behavior.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currently lacks a centralized analytical system that provides real-time insights into:</a:t>
            </a:r>
          </a:p>
          <a:p>
            <a:pPr marL="0" indent="0">
              <a:buNone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Sales performance across cities and branches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Product line profitability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 purchase patterns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Revenue trends over time</a:t>
            </a:r>
          </a:p>
          <a:p>
            <a:pPr marL="0" indent="0">
              <a:buNone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lack of visibility makes strategic decision-making inefficient and limits the company’s ability to optimize operations and improve sales performance.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80" y="939426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969" y="1907556"/>
            <a:ext cx="11372290" cy="495044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24485" lvl="1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address this problem, a Power BI dashboard was developed to analyze Walmart sales data and provide actionable business insights.</a:t>
            </a:r>
          </a:p>
          <a:p>
            <a:pPr marL="324485" lvl="1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24485" lvl="1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enables management to:</a:t>
            </a:r>
          </a:p>
          <a:p>
            <a:pPr marL="324485" lvl="1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Monitor overall sales performance</a:t>
            </a:r>
          </a:p>
          <a:p>
            <a:pPr marL="324485" lvl="1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Identify top-performing product categories</a:t>
            </a:r>
          </a:p>
          <a:p>
            <a:pPr marL="324485" lvl="1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Analyze customer purchasing behavior</a:t>
            </a:r>
          </a:p>
          <a:p>
            <a:pPr marL="324485" lvl="1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Evaluate branch performance</a:t>
            </a:r>
          </a:p>
          <a:p>
            <a:pPr marL="324485" lvl="1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Track revenue trends over time</a:t>
            </a:r>
          </a:p>
          <a:p>
            <a:pPr marL="324485" lvl="1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24485" lvl="1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filters and visualizations allow decision-makers to explore the data dynamically and make informed strategic decisions.</a:t>
            </a:r>
            <a:endParaRPr lang="en-GB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09" y="766763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was developed using Microsoft Power BI for business intelligence and data visualization.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Technologies Used: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Power BI Desktop – Dashboard creation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Power Query – Data cleaning and transformation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DAX (Data Analysis Expressions) – Calculated measures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CSV Dataset – Walmart sales transaction data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 Steps: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 loading and validation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 type correction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Feature engineering (Month, Day, Time of Day)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/>
              <a:t>• Creation of measures such as Total Revenue and Profit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572196"/>
            <a:ext cx="11432241" cy="4747922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 Selection: 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Descriptive data analytics using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and DAX functions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(SUM, AVERAGE, COUNT) to analyze Walmart sales   data and identify patterns in revenue, product performance, and customer behavior.</a:t>
            </a:r>
            <a:endParaRPr lang="en-IN" sz="1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Input: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Historical Walmart sales dataset including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branch, city, customer type, product line, quantity, total sales, date, payment  method, and rating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Additional fields such as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of Day, Day Name, and Month Name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were derived.</a:t>
            </a:r>
            <a:endParaRPr lang="en-IN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Process: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was cleaned and transformed using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Query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Calculated columns and measures were created using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compute metrics like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Revenue, Quantity Sold, Profit, and Average Rating</a:t>
            </a:r>
            <a:r>
              <a:rPr lang="en-US" sz="1600" dirty="0"/>
              <a:t>.</a:t>
            </a:r>
            <a:endParaRPr lang="en-IN" sz="1500" b="1" dirty="0">
              <a:latin typeface="Franklin Gothic Book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Prediction Process: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dashboard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analyzes sales trends, product performance, and customer insights using visualizations and filters.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is deployed in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an interactive reporting tool for 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business decision-making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IN" sz="1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583109CD-47A8-BEC0-A861-4C5DE56ADC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B7112B-DBB2-644C-AC21-151580B6F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1" t="14031" r="16617" b="6368"/>
          <a:stretch>
            <a:fillRect/>
          </a:stretch>
        </p:blipFill>
        <p:spPr>
          <a:xfrm>
            <a:off x="94130" y="1118114"/>
            <a:ext cx="6765431" cy="31177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1AC1F5C-58AE-3477-5305-002C669B9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9" t="13488" r="16099" b="6864"/>
          <a:stretch>
            <a:fillRect/>
          </a:stretch>
        </p:blipFill>
        <p:spPr>
          <a:xfrm>
            <a:off x="7342093" y="874060"/>
            <a:ext cx="4554071" cy="28642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E04A92A-349B-91FF-6423-15CBC95CE6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0" t="13512" r="15955" b="8776"/>
          <a:stretch>
            <a:fillRect/>
          </a:stretch>
        </p:blipFill>
        <p:spPr>
          <a:xfrm>
            <a:off x="7342093" y="3738283"/>
            <a:ext cx="4554071" cy="2915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37CB515-9369-4F87-C72A-89AC46A03C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19" t="12727" r="16507" b="8777"/>
          <a:stretch>
            <a:fillRect/>
          </a:stretch>
        </p:blipFill>
        <p:spPr>
          <a:xfrm>
            <a:off x="262998" y="4235824"/>
            <a:ext cx="6427694" cy="244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8" y="1622391"/>
            <a:ext cx="11248093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Power BI dashboard provides a centralized platform for analyzing Walmart sales data and identifying important business insights.</a:t>
            </a:r>
          </a:p>
          <a:p>
            <a:pPr marL="0" indent="0">
              <a:buNone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enables management to:</a:t>
            </a:r>
          </a:p>
          <a:p>
            <a:pPr marL="0" indent="0">
              <a:buNone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Monitor sales performance effectively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Identify high-demand product categories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Understand customer purchasing behavior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Improve operational decision-making</a:t>
            </a:r>
          </a:p>
          <a:p>
            <a:pPr marL="0" indent="0">
              <a:buNone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leveraging data visualization and analytics, Walmart can make more informed and strategic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/>
            </a:endParaRP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enhancements for this system may include:</a:t>
            </a:r>
          </a:p>
          <a:p>
            <a:pPr marL="0" indent="0">
              <a:buNone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Integration with real-time sales data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Predictive analytics for demand forecasting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Advanced customer segmentation analysis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Expansion of the dashboard to include inventory and supply chain analytics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Deployment through Power BI Service for enterprise-level accessibility</a:t>
            </a:r>
            <a:endParaRPr lang="en-GB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Sales Dataset – Kaggle</a:t>
            </a:r>
          </a:p>
          <a:p>
            <a:pPr marL="0" indent="0">
              <a:buNone/>
            </a:pPr>
            <a:r>
              <a:rPr lang="en-IN" u="sng" dirty="0">
                <a:hlinkClick r:id="rId2"/>
              </a:rPr>
              <a:t>https://www.kaggle.com/c/walmart-recruiting-store-sales-forecasting</a:t>
            </a:r>
            <a:endParaRPr lang="en-IN" dirty="0"/>
          </a:p>
          <a:p>
            <a:pPr marL="0" indent="0">
              <a:buNone/>
            </a:pPr>
            <a:endParaRPr lang="en-IN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Microsoft Power </a:t>
            </a:r>
            <a:r>
              <a:rPr lang="en-IN" sz="17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 Documentation</a:t>
            </a:r>
          </a:p>
          <a:p>
            <a:pPr marL="0" indent="0">
              <a:buNone/>
            </a:pPr>
            <a:endParaRPr lang="en-IN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Analytics and Business Intelligence Best Practices</a:t>
            </a: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642</Words>
  <Application>Microsoft Office PowerPoint</Application>
  <PresentationFormat>Widescreen</PresentationFormat>
  <Paragraphs>96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Bavana prasad</cp:lastModifiedBy>
  <cp:revision>107</cp:revision>
  <dcterms:created xsi:type="dcterms:W3CDTF">2024-05-21T11:55:07Z</dcterms:created>
  <dcterms:modified xsi:type="dcterms:W3CDTF">2026-03-13T19:03:50Z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